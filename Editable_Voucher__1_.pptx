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400000" cx="5400000"/>
  <p:notesSz cx="6858000" cy="9144000"/>
  <p:embeddedFontLst>
    <p:embeddedFont>
      <p:font typeface="Tenor Sans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1">
          <p15:clr>
            <a:srgbClr val="747775"/>
          </p15:clr>
        </p15:guide>
        <p15:guide id="2" pos="170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1" orient="horz"/>
        <p:guide pos="170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Tenor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3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14823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4080" y="781706"/>
            <a:ext cx="5031900" cy="21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4075" y="2975459"/>
            <a:ext cx="50319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4075" y="2258110"/>
            <a:ext cx="5031900" cy="88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4075" y="467218"/>
            <a:ext cx="50319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4075" y="1209948"/>
            <a:ext cx="5031900" cy="3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4075" y="467218"/>
            <a:ext cx="50319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4075" y="1209948"/>
            <a:ext cx="2362200" cy="3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53780" y="1209948"/>
            <a:ext cx="2362200" cy="3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4075" y="467218"/>
            <a:ext cx="50319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4075" y="583307"/>
            <a:ext cx="1658400" cy="79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4075" y="1458898"/>
            <a:ext cx="1658400" cy="3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89518" y="472598"/>
            <a:ext cx="3760500" cy="42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00000" y="-131"/>
            <a:ext cx="2700000" cy="5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6791" y="1294672"/>
            <a:ext cx="2388900" cy="155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6791" y="2942861"/>
            <a:ext cx="23889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17028" y="760184"/>
            <a:ext cx="2265900" cy="38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4075" y="4441549"/>
            <a:ext cx="3542700" cy="6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4075" y="1161286"/>
            <a:ext cx="5031900" cy="20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4075" y="3309423"/>
            <a:ext cx="5031900" cy="13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4075" y="467218"/>
            <a:ext cx="50319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4075" y="1209948"/>
            <a:ext cx="5031900" cy="3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03420" y="4895766"/>
            <a:ext cx="324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950" y="-7759"/>
            <a:ext cx="5433900" cy="541551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-25" y="1214925"/>
            <a:ext cx="5418300" cy="431100"/>
          </a:xfrm>
          <a:prstGeom prst="rect">
            <a:avLst/>
          </a:prstGeom>
          <a:solidFill>
            <a:srgbClr val="7EA2AA"/>
          </a:solidFill>
          <a:ln cap="flat" cmpd="sng" w="9525">
            <a:solidFill>
              <a:srgbClr val="7EA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659"/>
              </a:solidFill>
              <a:highlight>
                <a:srgbClr val="003659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754725" y="255696"/>
            <a:ext cx="151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3659"/>
                </a:solidFill>
                <a:latin typeface="Avenir"/>
                <a:ea typeface="Avenir"/>
                <a:cs typeface="Avenir"/>
                <a:sym typeface="Avenir"/>
              </a:rPr>
              <a:t>03/01/25</a:t>
            </a:r>
            <a:endParaRPr sz="800">
              <a:solidFill>
                <a:srgbClr val="0036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00875" y="1199626"/>
            <a:ext cx="144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E9E9E9"/>
                </a:solidFill>
                <a:latin typeface="Tenor Sans"/>
                <a:ea typeface="Tenor Sans"/>
                <a:cs typeface="Tenor Sans"/>
                <a:sym typeface="Tenor Sans"/>
              </a:rPr>
              <a:t>PRESTADOR DEL SERVICIO</a:t>
            </a:r>
            <a:endParaRPr sz="900">
              <a:solidFill>
                <a:srgbClr val="E9E9E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63950" y="2861075"/>
            <a:ext cx="340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2 Hab Sup full , 1 Hab Matrimonial . Régimen All Inclusive</a:t>
            </a:r>
            <a:endParaRPr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63950" y="3265125"/>
            <a:ext cx="30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Guillermo</a:t>
            </a:r>
            <a:endParaRPr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701875" y="2689709"/>
            <a:ext cx="3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003659"/>
                </a:solidFill>
                <a:latin typeface="Tenor Sans"/>
                <a:ea typeface="Tenor Sans"/>
                <a:cs typeface="Tenor Sans"/>
                <a:sym typeface="Tenor Sans"/>
              </a:rPr>
              <a:t>IN</a:t>
            </a:r>
            <a:endParaRPr sz="4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701875" y="2865252"/>
            <a:ext cx="47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003659"/>
                </a:solidFill>
                <a:latin typeface="Tenor Sans"/>
                <a:ea typeface="Tenor Sans"/>
                <a:cs typeface="Tenor Sans"/>
                <a:sym typeface="Tenor Sans"/>
              </a:rPr>
              <a:t>OUT</a:t>
            </a:r>
            <a:endParaRPr sz="4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90175" y="2702950"/>
            <a:ext cx="104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25/06/25</a:t>
            </a:r>
            <a:endParaRPr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096225" y="2878500"/>
            <a:ext cx="104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29/06/25</a:t>
            </a:r>
            <a:endParaRPr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701875" y="3108650"/>
            <a:ext cx="16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(4 noches</a:t>
            </a: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75950" y="1268929"/>
            <a:ext cx="144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E9E9E9"/>
                </a:solidFill>
                <a:latin typeface="Tenor Sans"/>
                <a:ea typeface="Tenor Sans"/>
                <a:cs typeface="Tenor Sans"/>
                <a:sym typeface="Tenor Sans"/>
              </a:rPr>
              <a:t>RESERVA</a:t>
            </a:r>
            <a:endParaRPr sz="900">
              <a:solidFill>
                <a:srgbClr val="E9E9E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786525" y="1268929"/>
            <a:ext cx="144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E9E9E9"/>
                </a:solidFill>
                <a:latin typeface="Tenor Sans"/>
                <a:ea typeface="Tenor Sans"/>
                <a:cs typeface="Tenor Sans"/>
                <a:sym typeface="Tenor Sans"/>
              </a:rPr>
              <a:t>A CARGO</a:t>
            </a:r>
            <a:endParaRPr sz="900">
              <a:solidFill>
                <a:srgbClr val="E9E9E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63950" y="1728700"/>
            <a:ext cx="13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ARAPEY THERMAL RESORT AND SPA</a:t>
            </a:r>
            <a:endParaRPr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050225" y="1759125"/>
            <a:ext cx="131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218738</a:t>
            </a:r>
            <a:endParaRPr b="1"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836500" y="1728700"/>
            <a:ext cx="13179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rgbClr val="013556"/>
                </a:solidFill>
                <a:latin typeface="Avenir"/>
                <a:ea typeface="Avenir"/>
                <a:cs typeface="Avenir"/>
                <a:sym typeface="Avenir"/>
              </a:rPr>
              <a:t>LUCKY TOUR</a:t>
            </a:r>
            <a:endParaRPr b="1" sz="800">
              <a:solidFill>
                <a:srgbClr val="01355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70" name="Google Shape;70;p13"/>
          <p:cNvCxnSpPr/>
          <p:nvPr/>
        </p:nvCxnSpPr>
        <p:spPr>
          <a:xfrm>
            <a:off x="-16950" y="1206500"/>
            <a:ext cx="5433900" cy="0"/>
          </a:xfrm>
          <a:prstGeom prst="straightConnector1">
            <a:avLst/>
          </a:prstGeom>
          <a:noFill/>
          <a:ln cap="flat" cmpd="sng" w="9525">
            <a:solidFill>
              <a:srgbClr val="0036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/>
          <p:nvPr/>
        </p:nvCxnSpPr>
        <p:spPr>
          <a:xfrm>
            <a:off x="-16950" y="1651000"/>
            <a:ext cx="5433900" cy="0"/>
          </a:xfrm>
          <a:prstGeom prst="straightConnector1">
            <a:avLst/>
          </a:prstGeom>
          <a:noFill/>
          <a:ln cap="flat" cmpd="sng" w="9525">
            <a:solidFill>
              <a:srgbClr val="0036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/>
          <p:nvPr/>
        </p:nvCxnSpPr>
        <p:spPr>
          <a:xfrm>
            <a:off x="0" y="2234000"/>
            <a:ext cx="5433900" cy="0"/>
          </a:xfrm>
          <a:prstGeom prst="straightConnector1">
            <a:avLst/>
          </a:prstGeom>
          <a:noFill/>
          <a:ln cap="flat" cmpd="sng" w="9525">
            <a:solidFill>
              <a:srgbClr val="0036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3"/>
          <p:cNvSpPr txBox="1"/>
          <p:nvPr/>
        </p:nvSpPr>
        <p:spPr>
          <a:xfrm>
            <a:off x="70775" y="3534950"/>
            <a:ext cx="53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